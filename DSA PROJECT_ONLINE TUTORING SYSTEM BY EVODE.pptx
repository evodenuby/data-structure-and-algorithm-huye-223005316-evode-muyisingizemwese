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29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7" autoAdjust="0"/>
    <p:restoredTop sz="94660"/>
  </p:normalViewPr>
  <p:slideViewPr>
    <p:cSldViewPr snapToGrid="0">
      <p:cViewPr>
        <p:scale>
          <a:sx n="65" d="100"/>
          <a:sy n="65" d="100"/>
        </p:scale>
        <p:origin x="8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1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16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76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2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51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0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0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8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1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6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73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2034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21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19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7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64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0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E6641-BD3C-4E86-8858-FE09545AD32E}" type="datetimeFigureOut">
              <a:rPr lang="en-US" smtClean="0"/>
              <a:t>05-Jan-25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994CA-3589-496F-AC38-82A78B99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5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0" r:id="rId1"/>
    <p:sldLayoutId id="2147484931" r:id="rId2"/>
    <p:sldLayoutId id="2147484932" r:id="rId3"/>
    <p:sldLayoutId id="2147484933" r:id="rId4"/>
    <p:sldLayoutId id="2147484934" r:id="rId5"/>
    <p:sldLayoutId id="2147484935" r:id="rId6"/>
    <p:sldLayoutId id="2147484936" r:id="rId7"/>
    <p:sldLayoutId id="2147484937" r:id="rId8"/>
    <p:sldLayoutId id="2147484938" r:id="rId9"/>
    <p:sldLayoutId id="2147484939" r:id="rId10"/>
    <p:sldLayoutId id="2147484940" r:id="rId11"/>
    <p:sldLayoutId id="2147484941" r:id="rId12"/>
    <p:sldLayoutId id="2147484942" r:id="rId13"/>
    <p:sldLayoutId id="2147484943" r:id="rId14"/>
    <p:sldLayoutId id="2147484944" r:id="rId15"/>
    <p:sldLayoutId id="2147484945" r:id="rId16"/>
    <p:sldLayoutId id="214748494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C521-430D-4F97-AF94-D39CB470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5216"/>
            <a:ext cx="10020300" cy="149961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DATA STRUCTURE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75E86-9857-4823-B4FF-8D77D8864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155"/>
            <a:ext cx="9211653" cy="5225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                     </a:t>
            </a:r>
          </a:p>
          <a:p>
            <a:pPr marL="0" indent="0">
              <a:buNone/>
            </a:pPr>
            <a:endParaRPr lang="en-US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Name:                          Evode MUYISINGIZEMWESE                                                 REG NUMBER:            223005316</a:t>
            </a:r>
          </a:p>
          <a:p>
            <a:pPr marL="0" indent="0">
              <a:buNone/>
            </a:pPr>
            <a:endParaRPr lang="en-US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3600" b="1" u="sng" dirty="0">
                <a:solidFill>
                  <a:srgbClr val="00B050"/>
                </a:solidFill>
                <a:latin typeface="Arial Black" panose="020B0A04020102020204" pitchFamily="34" charset="0"/>
              </a:rPr>
              <a:t>PYTHON PROJECT</a:t>
            </a:r>
          </a:p>
          <a:p>
            <a:pPr marL="0" indent="0" algn="ctr">
              <a:buNone/>
            </a:pPr>
            <a:endParaRPr lang="en-US" sz="3600" b="1" u="sng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                    “ ONLINE TUTORING SYSTEM”</a:t>
            </a:r>
          </a:p>
          <a:p>
            <a:pPr marL="0" indent="0" algn="l">
              <a:buNone/>
            </a:pPr>
            <a:endParaRPr lang="en-US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6493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FEE3-FFAD-434B-9B18-738F09A04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39800"/>
            <a:ext cx="8825658" cy="3386667"/>
          </a:xfrm>
        </p:spPr>
        <p:txBody>
          <a:bodyPr/>
          <a:lstStyle/>
          <a:p>
            <a:r>
              <a:rPr lang="en-US" sz="4000" b="1" i="0" u="none" strike="noStrike" baseline="0" dirty="0">
                <a:latin typeface="Poppins" panose="00000500000000000000" pitchFamily="50" charset="0"/>
                <a:cs typeface="Poppins" panose="00000500000000000000" pitchFamily="50" charset="0"/>
              </a:rPr>
              <a:t>Online Tutoring System:</a:t>
            </a:r>
            <a:br>
              <a:rPr lang="en-US" sz="4000" b="1" i="0" u="none" strike="noStrike" baseline="0" dirty="0">
                <a:latin typeface="Poppins" panose="00000500000000000000" pitchFamily="50" charset="0"/>
                <a:cs typeface="Poppins" panose="00000500000000000000" pitchFamily="50" charset="0"/>
              </a:rPr>
            </a:br>
            <a:r>
              <a:rPr lang="en-US" sz="3600" b="0" i="0" u="none" strike="noStrike" baseline="0" dirty="0">
                <a:latin typeface="Poppins" panose="00000500000000000000" pitchFamily="50" charset="0"/>
                <a:cs typeface="Poppins" panose="00000500000000000000" pitchFamily="50" charset="0"/>
              </a:rPr>
              <a:t>Stack for undoing session bookings, queue for scheduling lessons, and list to manage available tutors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889652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48DC-9743-4EB6-B0A4-52988FC3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01D59-9A3F-49DB-BBD2-F38E8C3F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119593"/>
            <a:ext cx="8946541" cy="41954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 marL="0" indent="0">
              <a:buNone/>
            </a:pPr>
            <a:r>
              <a:rPr lang="en-US" b="1" dirty="0">
                <a:latin typeface="Poppins" panose="00000500000000000000" pitchFamily="50" charset="0"/>
                <a:cs typeface="Poppins" panose="00000500000000000000" pitchFamily="50" charset="0"/>
              </a:rPr>
              <a:t>OTS(Online Tutoring System)</a:t>
            </a:r>
          </a:p>
          <a:p>
            <a:pPr marL="0" indent="0">
              <a:buNone/>
            </a:pPr>
            <a:r>
              <a:rPr lang="en-US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Poppins" panose="00000500000000000000" pitchFamily="50" charset="0"/>
                <a:cs typeface="Poppins" panose="00000500000000000000" pitchFamily="50" charset="0"/>
              </a:rPr>
              <a:t>An online tutoring system is a virtual environment where  Users especially students and tutors can interact to provide education without being in the same physical location.</a:t>
            </a:r>
          </a:p>
          <a:p>
            <a:pPr marL="0" indent="0">
              <a:buNone/>
            </a:pPr>
            <a:r>
              <a:rPr lang="en-US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Poppins" panose="00000500000000000000" pitchFamily="50" charset="0"/>
                <a:cs typeface="Poppins" panose="00000500000000000000" pitchFamily="50" charset="0"/>
              </a:rPr>
              <a:t> Online tutoring can be conducted in a variety of ways, and students and tutors may communicate through email or other web-based tools to communicate the time for conducting lessons.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This Program will include: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Poppins" panose="00000500000000000000" pitchFamily="50" charset="0"/>
                <a:cs typeface="Poppins" panose="00000500000000000000" pitchFamily="50" charset="0"/>
              </a:rPr>
              <a:t>Stack for undoing booked sessions,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Poppins" panose="00000500000000000000" pitchFamily="50" charset="0"/>
                <a:cs typeface="Poppins" panose="00000500000000000000" pitchFamily="50" charset="0"/>
              </a:rPr>
              <a:t>Queue for scheduling lessons and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Poppins" panose="00000500000000000000" pitchFamily="50" charset="0"/>
                <a:cs typeface="Poppins" panose="00000500000000000000" pitchFamily="50" charset="0"/>
              </a:rPr>
              <a:t>List to manage available teachers/tutors.</a:t>
            </a:r>
          </a:p>
        </p:txBody>
      </p:sp>
    </p:spTree>
    <p:extLst>
      <p:ext uri="{BB962C8B-B14F-4D97-AF65-F5344CB8AC3E}">
        <p14:creationId xmlns:p14="http://schemas.microsoft.com/office/powerpoint/2010/main" val="35264808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51C6-0AD8-4767-9040-A1F5FABD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program (OTS)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A55C7-40A9-42F7-9AD0-BA84406A2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25" y="1595436"/>
            <a:ext cx="5263970" cy="7810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Options To be selected from menu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321AC8-7166-4A4D-845A-04B5EB57D9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86" y="2809531"/>
            <a:ext cx="3475038" cy="352458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65E4-5632-4678-B55F-37FC49D7F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4493" y="1800224"/>
            <a:ext cx="4396339" cy="57626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 Description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C7752C-5812-4B24-8816-089F65B0A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54493" y="2409823"/>
            <a:ext cx="4396339" cy="4086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act as the heart of the Online tutoring system(OTS).</a:t>
            </a:r>
          </a:p>
          <a:p>
            <a:pPr marL="0" indent="0">
              <a:buNone/>
            </a:pPr>
            <a:r>
              <a:rPr lang="en-US" dirty="0"/>
              <a:t>This describes the possible options that a user(student) can choose from depending on what he/she needs.</a:t>
            </a:r>
          </a:p>
          <a:p>
            <a:pPr marL="0" indent="0">
              <a:buNone/>
            </a:pPr>
            <a:r>
              <a:rPr lang="en-US" dirty="0"/>
              <a:t>Users have to select option(1or 2..)as indicated in the  menu. If he/she tries to select a choice apart the menu, the program says ‘</a:t>
            </a:r>
            <a:r>
              <a:rPr lang="en-US" dirty="0">
                <a:solidFill>
                  <a:srgbClr val="FF0000"/>
                </a:solidFill>
              </a:rPr>
              <a:t>’invalid choice</a:t>
            </a:r>
            <a:r>
              <a:rPr lang="en-US" dirty="0"/>
              <a:t>’’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FCFB1D-1C88-4217-BF97-59EEF1EC7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525" y="5346089"/>
            <a:ext cx="4229100" cy="114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159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CE28-5108-4E2E-9367-08BA48B98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to manage available tutors/teachers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44B63B-804B-4B7F-B087-EFE82EB00A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930" y="2193925"/>
            <a:ext cx="3223739" cy="402431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13608-4D6D-4081-8761-70AB5B47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946" y="2110403"/>
            <a:ext cx="4396341" cy="4200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a student want to check the available teachers/tutors, he/she selects option ‘</a:t>
            </a:r>
            <a:r>
              <a:rPr lang="en-US" b="1" dirty="0"/>
              <a:t>1’. A</a:t>
            </a:r>
            <a:r>
              <a:rPr lang="en-US" dirty="0"/>
              <a:t>fter selecting 1, the program calls the function  called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This function will fetch the list of tutors stored in variable called available_tutors  and print the list in table as shown in the figure</a:t>
            </a:r>
            <a:r>
              <a:rPr lang="en-US" b="1" dirty="0">
                <a:solidFill>
                  <a:schemeClr val="bg1"/>
                </a:solidFill>
              </a:rPr>
              <a:t>. 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D637F8-31B2-4486-9C03-A4FDE7934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010" y="3834580"/>
            <a:ext cx="2362530" cy="3715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96570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F3F8-CBC6-41E7-825D-1A65D56A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136" y="1"/>
            <a:ext cx="9697064" cy="757084"/>
          </a:xfrm>
        </p:spPr>
        <p:txBody>
          <a:bodyPr>
            <a:normAutofit/>
          </a:bodyPr>
          <a:lstStyle/>
          <a:p>
            <a:r>
              <a:rPr lang="en-US" dirty="0"/>
              <a:t>2. Booking a session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40BDB-F7AE-4D8C-8314-C42F1C87D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88" y="934065"/>
            <a:ext cx="4515134" cy="5923935"/>
          </a:xfrm>
        </p:spPr>
        <p:txBody>
          <a:bodyPr/>
          <a:lstStyle/>
          <a:p>
            <a:r>
              <a:rPr lang="en-US" dirty="0"/>
              <a:t>If a student selects option 2, he/she can book a session as per courses available above. Then The system asks him/her to enter their names, the after enter the name of course as indicated in previous table portraying available lessons.</a:t>
            </a:r>
          </a:p>
          <a:p>
            <a:r>
              <a:rPr lang="en-US" dirty="0"/>
              <a:t>If student selects a lesson which is not in the available lessons , the program will tell him/her to try ag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E6917B-558C-4814-8021-E2D76C57F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122" y="1853248"/>
            <a:ext cx="3470787" cy="4685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E15107-20FE-44EC-970A-A15EAD9D8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477" y="1853248"/>
            <a:ext cx="2848801" cy="468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226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E110-6CF1-4CD8-A045-8DE0AE5A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Undoing last booking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6D24-281D-4BFF-AD20-DDD3E35C10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At this stage ,if he/she selects </a:t>
            </a:r>
            <a:r>
              <a:rPr lang="en-US" b="1" dirty="0"/>
              <a:t>choice 3,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system removes the last booking made automatically</a:t>
            </a:r>
          </a:p>
          <a:p>
            <a:pPr marL="0" indent="0">
              <a:buNone/>
            </a:pPr>
            <a:r>
              <a:rPr lang="en-US" dirty="0"/>
              <a:t>      (stack : last in first out)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6DD9DE-7FF6-49B3-83B6-89EBAAB549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34031" y="2545471"/>
            <a:ext cx="4610337" cy="3321221"/>
          </a:xfrm>
        </p:spPr>
      </p:pic>
    </p:spTree>
    <p:extLst>
      <p:ext uri="{BB962C8B-B14F-4D97-AF65-F5344CB8AC3E}">
        <p14:creationId xmlns:p14="http://schemas.microsoft.com/office/powerpoint/2010/main" val="18875958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E110-6CF1-4CD8-A045-8DE0AE5A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View current bookings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6D24-281D-4BFF-AD20-DDD3E35C10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At this stage ,if he/she selects </a:t>
            </a:r>
            <a:r>
              <a:rPr lang="en-US" b="1" dirty="0"/>
              <a:t>choice 4, </a:t>
            </a:r>
          </a:p>
          <a:p>
            <a:pPr marL="0" indent="0">
              <a:buNone/>
            </a:pPr>
            <a:r>
              <a:rPr lang="en-US" dirty="0"/>
              <a:t>The system calls the function called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Print_bookings()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and displays the  booked sessions output as shown in the picture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output displays only ESP because we have removed the last booking in the previous slide.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46535DC-4780-429D-A6B0-EA559557F0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0013" y="3240832"/>
            <a:ext cx="3378374" cy="1930499"/>
          </a:xfrm>
        </p:spPr>
      </p:pic>
    </p:spTree>
    <p:extLst>
      <p:ext uri="{BB962C8B-B14F-4D97-AF65-F5344CB8AC3E}">
        <p14:creationId xmlns:p14="http://schemas.microsoft.com/office/powerpoint/2010/main" val="9628223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E110-6CF1-4CD8-A045-8DE0AE5A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Schedule a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6D24-281D-4BFF-AD20-DDD3E35C1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2" y="1955800"/>
            <a:ext cx="3491480" cy="4902200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At this stage ,if he/she selects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choice 5, </a:t>
            </a:r>
            <a:r>
              <a:rPr lang="en-US" dirty="0"/>
              <a:t>The system Displays the lesson schedules and asks them to enter the lesson as indicated. Then logs the message for successful schedule.</a:t>
            </a:r>
          </a:p>
          <a:p>
            <a:pPr marL="0" indent="0">
              <a:buNone/>
            </a:pPr>
            <a:r>
              <a:rPr lang="en-US" dirty="0"/>
              <a:t>If they enter lesson schedule apart from the list, the system tells them to try again as indicated in most left image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51D81B-6ABA-488C-840E-C97385BE1D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67201" y="2477729"/>
            <a:ext cx="3763963" cy="4380271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8CCC06-6430-48A5-96F9-E9CEC331C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774" y="2477728"/>
            <a:ext cx="3888352" cy="43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857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E110-6CF1-4CD8-A045-8DE0AE5A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Undo first scheduled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6D24-281D-4BFF-AD20-DDD3E35C10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At this stage ,if he/she selects </a:t>
            </a:r>
            <a:r>
              <a:rPr lang="en-US" b="1" dirty="0"/>
              <a:t>choice 6,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system removes the first schedule made automatically</a:t>
            </a:r>
          </a:p>
          <a:p>
            <a:pPr marL="0" indent="0">
              <a:buNone/>
            </a:pPr>
            <a:r>
              <a:rPr lang="en-US" dirty="0"/>
              <a:t>      (queue : first in first out)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B29353-6EE8-43F9-9252-6D1610F538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666223"/>
            <a:ext cx="5334000" cy="3079716"/>
          </a:xfrm>
        </p:spPr>
      </p:pic>
    </p:spTree>
    <p:extLst>
      <p:ext uri="{BB962C8B-B14F-4D97-AF65-F5344CB8AC3E}">
        <p14:creationId xmlns:p14="http://schemas.microsoft.com/office/powerpoint/2010/main" val="10060877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E110-6CF1-4CD8-A045-8DE0AE5A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View scheduled lessons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6D24-281D-4BFF-AD20-DDD3E35C10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At this stage ,if he/she selects </a:t>
            </a:r>
            <a:r>
              <a:rPr lang="en-US" b="1" dirty="0"/>
              <a:t>choice 7, </a:t>
            </a:r>
          </a:p>
          <a:p>
            <a:pPr marL="0" indent="0">
              <a:buNone/>
            </a:pPr>
            <a:r>
              <a:rPr lang="en-US" dirty="0"/>
              <a:t>The system calls the function called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Print_scheduled_lessons()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and displays the scheduled lessons output as shown in the picture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output displays only these schedules because we have removed the first schedule in the previous slide.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6A5C4B-BFBE-423B-9D31-C3592A0B1D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30267" y="2193925"/>
            <a:ext cx="3617866" cy="4024313"/>
          </a:xfrm>
        </p:spPr>
      </p:pic>
    </p:spTree>
    <p:extLst>
      <p:ext uri="{BB962C8B-B14F-4D97-AF65-F5344CB8AC3E}">
        <p14:creationId xmlns:p14="http://schemas.microsoft.com/office/powerpoint/2010/main" val="37577983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FFA8-24E2-411E-A13A-944777A3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Exiting the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B9B1-F55F-494F-A671-50909C2BA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300748"/>
            <a:ext cx="4063541" cy="38542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Finally when a user selects </a:t>
            </a:r>
            <a:r>
              <a:rPr lang="en-US" b="1" dirty="0"/>
              <a:t>choice 8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the system terminates.</a:t>
            </a:r>
          </a:p>
          <a:p>
            <a:pPr marL="0" indent="0">
              <a:buNone/>
            </a:pPr>
            <a:r>
              <a:rPr lang="en-US" b="1" dirty="0"/>
              <a:t>As indicated in the picture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1DFB6-8FD6-4717-9224-19B8663B5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381" y="2028848"/>
            <a:ext cx="6095999" cy="445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39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0649-7BDD-4C5B-88A3-022F8812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!!!!!!!!!!!!!!!!!!!!!!!!!!!!!!!!!!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3A835-7C6C-4D3D-BAE1-C6566B28F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Evode MUYISINGIZEMWESE</a:t>
            </a:r>
          </a:p>
          <a:p>
            <a:r>
              <a:rPr lang="en-US" dirty="0"/>
              <a:t>223005316</a:t>
            </a:r>
          </a:p>
        </p:txBody>
      </p:sp>
    </p:spTree>
    <p:extLst>
      <p:ext uri="{BB962C8B-B14F-4D97-AF65-F5344CB8AC3E}">
        <p14:creationId xmlns:p14="http://schemas.microsoft.com/office/powerpoint/2010/main" val="26277931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523</TotalTime>
  <Words>635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Century Gothic</vt:lpstr>
      <vt:lpstr>Poppins</vt:lpstr>
      <vt:lpstr>Wingdings</vt:lpstr>
      <vt:lpstr>Vapor Trail</vt:lpstr>
      <vt:lpstr>DATA STRUCTURE AND ALGORITHM</vt:lpstr>
      <vt:lpstr>Online Tutoring System: Stack for undoing session bookings, queue for scheduling lessons, and list to manage available tutors</vt:lpstr>
      <vt:lpstr>OVERVIEW</vt:lpstr>
      <vt:lpstr>Overview of program (OTS)</vt:lpstr>
      <vt:lpstr>List to manage available tutors/teachers</vt:lpstr>
      <vt:lpstr>2. Booking a session</vt:lpstr>
      <vt:lpstr>3. Undoing last booking</vt:lpstr>
      <vt:lpstr>4. View current bookings</vt:lpstr>
      <vt:lpstr>5. Schedule a Lesson</vt:lpstr>
      <vt:lpstr>6. Undo first scheduled lesson</vt:lpstr>
      <vt:lpstr>7. View scheduled lessons</vt:lpstr>
      <vt:lpstr>8. Exiting the system </vt:lpstr>
      <vt:lpstr>THANK YOU !!!!!!!!!!!!!!!!!!!!!!!!!!!!!!!!!!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evode sano</dc:creator>
  <cp:lastModifiedBy>evode sano</cp:lastModifiedBy>
  <cp:revision>33</cp:revision>
  <dcterms:created xsi:type="dcterms:W3CDTF">2024-11-26T18:59:04Z</dcterms:created>
  <dcterms:modified xsi:type="dcterms:W3CDTF">2025-01-05T21:37:22Z</dcterms:modified>
</cp:coreProperties>
</file>